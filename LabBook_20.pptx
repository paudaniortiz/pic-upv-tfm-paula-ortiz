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256" r:id="rId2"/>
    <p:sldId id="289" r:id="rId3"/>
    <p:sldId id="295" r:id="rId4"/>
    <p:sldId id="302" r:id="rId5"/>
    <p:sldId id="303" r:id="rId6"/>
    <p:sldId id="291" r:id="rId7"/>
    <p:sldId id="296" r:id="rId8"/>
    <p:sldId id="294" r:id="rId9"/>
    <p:sldId id="299" r:id="rId10"/>
    <p:sldId id="300" r:id="rId11"/>
    <p:sldId id="301" r:id="rId12"/>
    <p:sldId id="297" r:id="rId13"/>
    <p:sldId id="290" r:id="rId14"/>
    <p:sldId id="292" r:id="rId15"/>
    <p:sldId id="298" r:id="rId16"/>
    <p:sldId id="288" r:id="rId1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79" d="100"/>
          <a:sy n="79" d="100"/>
        </p:scale>
        <p:origin x="1210"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01/03/2026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01/03/2026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https://github.com/cccanvas-upv/pic-upv-lab2.git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b="0" dirty="0"/>
              <a:t>Width 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spTree>
    <p:extLst>
      <p:ext uri="{BB962C8B-B14F-4D97-AF65-F5344CB8AC3E}">
        <p14:creationId xmlns:p14="http://schemas.microsoft.com/office/powerpoint/2010/main" val="155832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200329"/>
              </a:xfrm>
              <a:prstGeom prst="rect">
                <a:avLst/>
              </a:prstGeom>
              <a:blipFill>
                <a:blip r:embed="rId6"/>
                <a:stretch>
                  <a:fillRect t="-3046" b="-7107"/>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4.1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equal ratio over outputs (even if not 0.5) and minimize excess loss (even if not 0.0 dB)</a:t>
            </a:r>
          </a:p>
          <a:p>
            <a:pPr algn="r"/>
            <a:r>
              <a:rPr lang="en-US" sz="1600" dirty="0"/>
              <a:t>With same settings of previous LO, now adjust try to manually optimize the MMI by changing iteratively:</a:t>
            </a:r>
          </a:p>
          <a:p>
            <a:pPr algn="r"/>
            <a:r>
              <a:rPr lang="en-US" sz="1600" dirty="0"/>
              <a:t>- Change </a:t>
            </a:r>
            <a:r>
              <a:rPr lang="en-US" sz="1600" dirty="0" err="1"/>
              <a:t>dL_MMI</a:t>
            </a:r>
            <a:endParaRPr lang="en-US" sz="1600" dirty="0"/>
          </a:p>
          <a:p>
            <a:pPr algn="r"/>
            <a:r>
              <a:rPr lang="en-US" sz="1600" dirty="0"/>
              <a:t>- Change I/O waveguide position +/- </a:t>
            </a:r>
            <a:r>
              <a:rPr lang="en-US" sz="1600" dirty="0" err="1"/>
              <a:t>dy</a:t>
            </a:r>
            <a:endParaRPr lang="en-US" sz="1600" dirty="0"/>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a:t>
            </a:r>
            <a:r>
              <a:rPr lang="en-US" sz="2500"/>
              <a:t>outcome #5 </a:t>
            </a:r>
            <a:r>
              <a:rPr lang="en-US" sz="2500" dirty="0"/>
              <a:t>–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16</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777</TotalTime>
  <Words>967</Words>
  <Application>Microsoft Office PowerPoint</Application>
  <PresentationFormat>Panorámica</PresentationFormat>
  <Paragraphs>199</Paragraphs>
  <Slides>16</Slides>
  <Notes>11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16</vt:i4>
      </vt:variant>
    </vt:vector>
  </HeadingPairs>
  <TitlesOfParts>
    <vt:vector size="24"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length and coupling coefficient Wavelength 1.5 µm – width 1.2 µm – gap 0.6 µm</vt:lpstr>
      <vt:lpstr>Learning outcome #2 – 2x2 Directional Coupler Width 0.6 - 1.6 µm (step 0.1 µm) – Wavelength 1.55 µm </vt:lpstr>
      <vt:lpstr>Learning outcome #3 – Parallel uncoupled waveguides Wavelength 1.55 µm, width 1.0 µm, gap to be found for uncoupled wvgs</vt:lpstr>
      <vt:lpstr>Presentación de PowerPoint</vt:lpstr>
      <vt:lpstr>Learning outcome #4 – 4.1 2x2 Multimode Interference Coupler  Wavelength 1.55 µm, wMMI = 6.6 µm</vt:lpstr>
      <vt:lpstr>Learning outcome #4.2 – 2x2 Multimode Interference Coupler - Optimization Wavelength 1.55 µm, wMMI = 6.6 µm</vt:lpstr>
      <vt:lpstr>Learning outcome #4.3 – 2x2 Multimode Interference Coupler – Optimization (II) Wavelength 1.55 µm, wMMI = 6.6 µm</vt:lpstr>
      <vt:lpstr>Learning outcome #5 – 1x4 Multimode Interference Coupler  Wavelength 1.55 µm, wMMI = ? µm</vt:lpstr>
      <vt:lpstr>Extra #1 – Directional wavelength dependence Wavelengths from 1.5 to 1.7 µm, gap = 0.6 µm, width 1.0 µm  </vt:lpstr>
      <vt:lpstr>Extra #2 – Directional coupler gap dependence Wavelength 1.55 µm, width 1.0 µm, gap 0.2-2.4 µm (step 0.2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Christian Camilo Cano Vasquez</cp:lastModifiedBy>
  <cp:revision>10</cp:revision>
  <dcterms:created xsi:type="dcterms:W3CDTF">2025-01-27T02:46:57Z</dcterms:created>
  <dcterms:modified xsi:type="dcterms:W3CDTF">2026-03-01T22:51:55Z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